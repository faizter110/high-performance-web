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6"/>
  </p:notesMasterIdLst>
  <p:sldIdLst>
    <p:sldId id="261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FB8"/>
    <a:srgbClr val="DA5646"/>
    <a:srgbClr val="334551"/>
    <a:srgbClr val="2D3E4E"/>
    <a:srgbClr val="32434F"/>
    <a:srgbClr val="3E4854"/>
    <a:srgbClr val="2A323C"/>
    <a:srgbClr val="F74E31"/>
    <a:srgbClr val="3333FF"/>
    <a:srgbClr val="CE64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3200" autoAdjust="0"/>
  </p:normalViewPr>
  <p:slideViewPr>
    <p:cSldViewPr>
      <p:cViewPr varScale="1">
        <p:scale>
          <a:sx n="208" d="100"/>
          <a:sy n="208" d="100"/>
        </p:scale>
        <p:origin x="5456" y="-2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6910469-8697-4E98-B23C-E052917B96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609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75BE2E-A898-4948-B20E-4E41EFD96D17}" type="slidenum">
              <a:rPr lang="en-GB"/>
              <a:pPr/>
              <a:t>2</a:t>
            </a:fld>
            <a:endParaRPr lang="en-GB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GB" dirty="0"/>
              <a:t>Click on the white hexagons to cycle through the colours (Yellow – Red – Blue – White, etc) </a:t>
            </a:r>
          </a:p>
          <a:p>
            <a:pPr eaLnBrk="1" hangingPunct="1"/>
            <a:r>
              <a:rPr lang="en-GB" dirty="0"/>
              <a:t>Click on the Red</a:t>
            </a:r>
            <a:r>
              <a:rPr lang="en-GB" baseline="0" dirty="0"/>
              <a:t> or Blue Hexagons depending on the colour of the team who wins</a:t>
            </a:r>
          </a:p>
          <a:p>
            <a:pPr eaLnBrk="1" hangingPunct="1"/>
            <a:r>
              <a:rPr lang="en-GB" baseline="0" dirty="0"/>
              <a:t>Click on time remaining to begin timer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855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FD3EF-CEEE-D142-BF2B-113CD3449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4D989-9E2E-F747-BAAA-769235C5E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D79AA-E852-2847-9BC5-AC8AFE068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14114-E8A1-974E-9541-F02BE15E7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6DBA9-29A9-F848-89CC-BFB0BA89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C7D3EB-289F-4F4A-9E38-53565E8936AB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8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0BED-7048-8D41-826C-6A68FEE0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3365-39BA-514B-9289-932E9C8BA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7C9B5-2FF7-C847-A285-B1565BB82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3A100-3CF4-8C43-A1A0-D7FBB664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04E6-956B-A646-B72D-9DAFD4B41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FD107-1036-4990-8CE8-84CFA56119D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26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0BD5-BF68-8143-8B44-94EB6F4EA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E1376-228D-D440-842B-C16220E39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35694-AFD6-624E-8469-396382A6E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65A93-73D9-DA44-88A2-C621D00E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52B65-9995-3A4D-9683-B16E0D5A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7D6030-0E2F-4F68-99EE-8826A4B2FD2F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9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D63C-2E16-A748-8DE6-1A09E6DB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286AD-6804-AC4A-BF7E-4E97B6F0E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05C2B-D9C4-0D42-BC08-772177F38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B6868-1718-0443-A732-45239646B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EB65C-76CC-474A-9D8D-A2206603C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99AB6-868E-3A40-9CE4-CA914496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E6DAF0-8B6E-4398-AA58-CB06C3BC61F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86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DCAE-689D-8744-82F9-C6DE6484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3DB0E-573A-AF4E-B29A-AC53DB382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004E5-E745-4B4D-AFD1-77E48B482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33CF2-0A39-9F44-8A28-63E9CB0FA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48B790-4DA5-BF4D-A084-637EEF8E3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367863-7221-1540-A3B2-B8798712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2654B-9ABE-954C-8142-BBB5F84B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F302D-FE5F-3248-92F8-2BD2BF03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D8B7FA-56F1-4D82-8CC5-712D2C5C2CF4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93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6AEF-21A8-494E-A1C5-9D62A974A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BE802-ABAB-9542-A678-AB4CCAB2A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BB881-8B94-444F-867D-B01CB0A28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C23F8-CDD5-0A42-821D-3BD51998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F919D-FBF4-4783-BE1E-5F35A415C9E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31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882E8B-0012-6749-BF7D-D529B119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6CDC9E-3546-1B43-B10D-28A68D4F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C6010-E370-9840-9D76-6BC5CF9F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8F8CBA-A4A1-464F-AE36-C44596E3ACE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0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9A97-5FC0-8E4E-86DA-EC1349E1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8A004-D76D-5549-BC39-48B8FAAB2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52489-C124-9F46-AF99-E6B56F597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F8A5D-7AEA-BF4B-AEE8-654C4FFE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32184-9077-E840-8F90-ACF466DFC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42A49-1D59-DC45-9FDC-03407A94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4D4631-0534-4158-A93A-2DB2E0183B91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83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4911-F1AE-A044-B2EF-9161AA436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35F31-804F-424A-858E-3BA1A187F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C69ED-82EC-FE48-8D51-280DF452F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EB3B7-C8B9-1143-B745-373C8F08E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DBF2F-E904-0841-AAF9-CA2EDF13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B266B-7D9C-C149-BF68-7A882BE4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333950-4344-4F7F-AE6B-2E7B2066A173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49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22F9C-EE71-084C-9C98-4AEDE4A2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DFBA9B-F951-434C-90D0-C5C741138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6273A-DE55-E247-9583-D4EEEDFFC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8E9F7-0D1D-8C4D-9D49-78389A60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1CA8-B65E-0849-928E-A2C98385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533E05-3D7E-4A54-AE31-6EE0ACF9D1A8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45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D1CFB3-FFF6-8742-8AC2-2EADD9888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ACBCF-4D3B-7844-B313-03F3B0EE5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4DEEF-A03D-B54F-8035-F55777D4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7C2AA-4092-E64A-B15E-B63719A68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12B51-4295-9C46-8210-35EC4A61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01A758-AC29-4489-8FC6-51C95B673F7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84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00800-9262-F24B-BB71-2833DFBB3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3FF52-F772-FF4E-B7A4-0825103A4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E296E-1365-9F48-8243-F99923E83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C2B6B-A89B-0247-ADA4-35DEECF54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56D1-9ED1-BF49-9484-687845158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E78009-F49E-4E2A-ACC0-76495652275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06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emf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6DBD8E-2903-C24C-9266-3049B4DB7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696" y="260648"/>
            <a:ext cx="6120680" cy="30010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73138C-6083-2C43-83B8-7124F1F9D207}"/>
              </a:ext>
            </a:extLst>
          </p:cNvPr>
          <p:cNvSpPr txBox="1"/>
          <p:nvPr/>
        </p:nvSpPr>
        <p:spPr>
          <a:xfrm>
            <a:off x="2099556" y="3717032"/>
            <a:ext cx="7992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HOMESTEAD-INLINE" panose="02000506020000020004" pitchFamily="2" charset="77"/>
              </a:rPr>
              <a:t>MATCH #1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C4CECA-980A-4964-A527-53E6EFFF7F96}"/>
              </a:ext>
            </a:extLst>
          </p:cNvPr>
          <p:cNvSpPr txBox="1"/>
          <p:nvPr/>
        </p:nvSpPr>
        <p:spPr>
          <a:xfrm>
            <a:off x="1559496" y="5500664"/>
            <a:ext cx="9577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DA5646"/>
                </a:solidFill>
                <a:latin typeface="Homestead-Inline" panose="02000506020000020004" pitchFamily="2" charset="0"/>
              </a:rPr>
              <a:t>[Team 1 name]. </a:t>
            </a:r>
            <a:r>
              <a:rPr lang="en-US" sz="3200" dirty="0">
                <a:solidFill>
                  <a:schemeClr val="bg1"/>
                </a:solidFill>
                <a:latin typeface="Homestead-Inline" panose="02000506020000020004" pitchFamily="2" charset="0"/>
              </a:rPr>
              <a:t>VS </a:t>
            </a:r>
            <a:r>
              <a:rPr lang="en-US" sz="3200" dirty="0">
                <a:solidFill>
                  <a:srgbClr val="2C7FB8"/>
                </a:solidFill>
                <a:latin typeface="Homestead-Inline" panose="02000506020000020004" pitchFamily="2" charset="0"/>
              </a:rPr>
              <a:t>[team 2 name]</a:t>
            </a:r>
          </a:p>
        </p:txBody>
      </p:sp>
    </p:spTree>
    <p:extLst>
      <p:ext uri="{BB962C8B-B14F-4D97-AF65-F5344CB8AC3E}">
        <p14:creationId xmlns:p14="http://schemas.microsoft.com/office/powerpoint/2010/main" val="127838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4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2FE30D-A69E-EB4D-A426-8FBCDD757CE1}"/>
              </a:ext>
            </a:extLst>
          </p:cNvPr>
          <p:cNvSpPr/>
          <p:nvPr/>
        </p:nvSpPr>
        <p:spPr>
          <a:xfrm>
            <a:off x="-528736" y="-171400"/>
            <a:ext cx="3384376" cy="7416824"/>
          </a:xfrm>
          <a:prstGeom prst="rect">
            <a:avLst/>
          </a:prstGeom>
          <a:solidFill>
            <a:srgbClr val="2D3E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13"/>
          <p:cNvSpPr>
            <a:spLocks noChangeArrowheads="1"/>
          </p:cNvSpPr>
          <p:nvPr/>
        </p:nvSpPr>
        <p:spPr bwMode="auto">
          <a:xfrm>
            <a:off x="409204" y="4494515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DA564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3000" dirty="0">
                <a:solidFill>
                  <a:srgbClr val="DA5646"/>
                </a:solidFill>
                <a:latin typeface="Homestead Regular" panose="02000506020000020004" pitchFamily="2" charset="77"/>
              </a:rPr>
              <a:t> </a:t>
            </a:r>
            <a:r>
              <a:rPr lang="en-GB" sz="3600" dirty="0">
                <a:solidFill>
                  <a:srgbClr val="DA5646"/>
                </a:solidFill>
                <a:latin typeface="Homestead Regular" panose="02000506020000020004" pitchFamily="2" charset="77"/>
              </a:rPr>
              <a:t>Time’s </a:t>
            </a:r>
          </a:p>
          <a:p>
            <a:pPr algn="ctr"/>
            <a:r>
              <a:rPr lang="en-GB" sz="3600" dirty="0">
                <a:solidFill>
                  <a:srgbClr val="DA5646"/>
                </a:solidFill>
                <a:latin typeface="Homestead Regular" panose="02000506020000020004" pitchFamily="2" charset="77"/>
              </a:rPr>
              <a:t>Up</a:t>
            </a:r>
          </a:p>
        </p:txBody>
      </p:sp>
      <p:sp>
        <p:nvSpPr>
          <p:cNvPr id="11269" name="AutoShape 5"/>
          <p:cNvSpPr>
            <a:spLocks noChangeArrowheads="1"/>
          </p:cNvSpPr>
          <p:nvPr/>
        </p:nvSpPr>
        <p:spPr bwMode="auto">
          <a:xfrm>
            <a:off x="5912421" y="1777956"/>
            <a:ext cx="813600" cy="612000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17</a:t>
            </a:r>
          </a:p>
        </p:txBody>
      </p:sp>
      <p:sp>
        <p:nvSpPr>
          <p:cNvPr id="11270" name="AutoShape 6"/>
          <p:cNvSpPr>
            <a:spLocks noChangeArrowheads="1"/>
          </p:cNvSpPr>
          <p:nvPr/>
        </p:nvSpPr>
        <p:spPr bwMode="auto">
          <a:xfrm>
            <a:off x="5905494" y="2391839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16</a:t>
            </a:r>
          </a:p>
        </p:txBody>
      </p:sp>
      <p:sp>
        <p:nvSpPr>
          <p:cNvPr id="11271" name="AutoShape 7"/>
          <p:cNvSpPr>
            <a:spLocks noChangeArrowheads="1"/>
          </p:cNvSpPr>
          <p:nvPr/>
        </p:nvSpPr>
        <p:spPr bwMode="auto">
          <a:xfrm>
            <a:off x="5903066" y="3010546"/>
            <a:ext cx="813600" cy="612000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15</a:t>
            </a:r>
          </a:p>
        </p:txBody>
      </p:sp>
      <p:sp>
        <p:nvSpPr>
          <p:cNvPr id="11272" name="AutoShape 8"/>
          <p:cNvSpPr>
            <a:spLocks noChangeArrowheads="1"/>
          </p:cNvSpPr>
          <p:nvPr/>
        </p:nvSpPr>
        <p:spPr bwMode="auto">
          <a:xfrm>
            <a:off x="5913645" y="3619498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14</a:t>
            </a:r>
          </a:p>
        </p:txBody>
      </p:sp>
      <p:sp>
        <p:nvSpPr>
          <p:cNvPr id="11273" name="AutoShape 9"/>
          <p:cNvSpPr>
            <a:spLocks noChangeArrowheads="1"/>
          </p:cNvSpPr>
          <p:nvPr/>
        </p:nvSpPr>
        <p:spPr bwMode="auto">
          <a:xfrm>
            <a:off x="6525702" y="2088251"/>
            <a:ext cx="813600" cy="612000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18</a:t>
            </a:r>
          </a:p>
        </p:txBody>
      </p:sp>
      <p:sp>
        <p:nvSpPr>
          <p:cNvPr id="11274" name="AutoShape 10"/>
          <p:cNvSpPr>
            <a:spLocks noChangeArrowheads="1"/>
          </p:cNvSpPr>
          <p:nvPr/>
        </p:nvSpPr>
        <p:spPr bwMode="auto">
          <a:xfrm>
            <a:off x="6519491" y="2702388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4</a:t>
            </a:r>
          </a:p>
        </p:txBody>
      </p:sp>
      <p:sp>
        <p:nvSpPr>
          <p:cNvPr id="11275" name="AutoShape 11"/>
          <p:cNvSpPr>
            <a:spLocks noChangeArrowheads="1"/>
          </p:cNvSpPr>
          <p:nvPr/>
        </p:nvSpPr>
        <p:spPr bwMode="auto">
          <a:xfrm>
            <a:off x="6521323" y="3317003"/>
            <a:ext cx="813600" cy="612000"/>
          </a:xfrm>
          <a:prstGeom prst="hexagon">
            <a:avLst>
              <a:gd name="adj" fmla="val 33180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3</a:t>
            </a:r>
          </a:p>
        </p:txBody>
      </p:sp>
      <p:sp>
        <p:nvSpPr>
          <p:cNvPr id="11276" name="AutoShape 12"/>
          <p:cNvSpPr>
            <a:spLocks noChangeArrowheads="1"/>
          </p:cNvSpPr>
          <p:nvPr/>
        </p:nvSpPr>
        <p:spPr bwMode="auto">
          <a:xfrm>
            <a:off x="6520791" y="3932210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11</a:t>
            </a:r>
          </a:p>
        </p:txBody>
      </p:sp>
      <p:sp>
        <p:nvSpPr>
          <p:cNvPr id="11277" name="AutoShape 13"/>
          <p:cNvSpPr>
            <a:spLocks noChangeArrowheads="1"/>
          </p:cNvSpPr>
          <p:nvPr/>
        </p:nvSpPr>
        <p:spPr bwMode="auto">
          <a:xfrm>
            <a:off x="7137730" y="1793380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19</a:t>
            </a:r>
          </a:p>
        </p:txBody>
      </p:sp>
      <p:sp>
        <p:nvSpPr>
          <p:cNvPr id="11278" name="AutoShape 14"/>
          <p:cNvSpPr>
            <a:spLocks noChangeArrowheads="1"/>
          </p:cNvSpPr>
          <p:nvPr/>
        </p:nvSpPr>
        <p:spPr bwMode="auto">
          <a:xfrm>
            <a:off x="7136329" y="2399038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5</a:t>
            </a:r>
          </a:p>
        </p:txBody>
      </p:sp>
      <p:sp>
        <p:nvSpPr>
          <p:cNvPr id="11280" name="AutoShape 16"/>
          <p:cNvSpPr>
            <a:spLocks noChangeArrowheads="1"/>
          </p:cNvSpPr>
          <p:nvPr/>
        </p:nvSpPr>
        <p:spPr bwMode="auto">
          <a:xfrm>
            <a:off x="7135788" y="3627249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2</a:t>
            </a:r>
          </a:p>
        </p:txBody>
      </p:sp>
      <p:sp>
        <p:nvSpPr>
          <p:cNvPr id="11281" name="AutoShape 17"/>
          <p:cNvSpPr>
            <a:spLocks noChangeArrowheads="1"/>
          </p:cNvSpPr>
          <p:nvPr/>
        </p:nvSpPr>
        <p:spPr bwMode="auto">
          <a:xfrm>
            <a:off x="7751011" y="2090917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20</a:t>
            </a:r>
          </a:p>
        </p:txBody>
      </p:sp>
      <p:sp>
        <p:nvSpPr>
          <p:cNvPr id="11282" name="AutoShape 18"/>
          <p:cNvSpPr>
            <a:spLocks noChangeArrowheads="1"/>
          </p:cNvSpPr>
          <p:nvPr/>
        </p:nvSpPr>
        <p:spPr bwMode="auto">
          <a:xfrm>
            <a:off x="7755391" y="2704175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6</a:t>
            </a:r>
          </a:p>
        </p:txBody>
      </p:sp>
      <p:sp>
        <p:nvSpPr>
          <p:cNvPr id="11283" name="AutoShape 19"/>
          <p:cNvSpPr>
            <a:spLocks noChangeArrowheads="1"/>
          </p:cNvSpPr>
          <p:nvPr/>
        </p:nvSpPr>
        <p:spPr bwMode="auto">
          <a:xfrm>
            <a:off x="7755379" y="3321249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7</a:t>
            </a:r>
          </a:p>
        </p:txBody>
      </p:sp>
      <p:sp>
        <p:nvSpPr>
          <p:cNvPr id="11284" name="AutoShape 20"/>
          <p:cNvSpPr>
            <a:spLocks noChangeArrowheads="1"/>
          </p:cNvSpPr>
          <p:nvPr/>
        </p:nvSpPr>
        <p:spPr bwMode="auto">
          <a:xfrm>
            <a:off x="7756473" y="3932319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8</a:t>
            </a:r>
          </a:p>
        </p:txBody>
      </p:sp>
      <p:sp>
        <p:nvSpPr>
          <p:cNvPr id="11285" name="AutoShape 21"/>
          <p:cNvSpPr>
            <a:spLocks noChangeArrowheads="1"/>
          </p:cNvSpPr>
          <p:nvPr/>
        </p:nvSpPr>
        <p:spPr bwMode="auto">
          <a:xfrm>
            <a:off x="8364292" y="1777786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21</a:t>
            </a:r>
          </a:p>
        </p:txBody>
      </p:sp>
      <p:sp>
        <p:nvSpPr>
          <p:cNvPr id="11286" name="AutoShape 22"/>
          <p:cNvSpPr>
            <a:spLocks noChangeArrowheads="1"/>
          </p:cNvSpPr>
          <p:nvPr/>
        </p:nvSpPr>
        <p:spPr bwMode="auto">
          <a:xfrm>
            <a:off x="8373183" y="2395607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22</a:t>
            </a:r>
          </a:p>
        </p:txBody>
      </p:sp>
      <p:sp>
        <p:nvSpPr>
          <p:cNvPr id="11287" name="AutoShape 23"/>
          <p:cNvSpPr>
            <a:spLocks noChangeArrowheads="1"/>
          </p:cNvSpPr>
          <p:nvPr/>
        </p:nvSpPr>
        <p:spPr bwMode="auto">
          <a:xfrm>
            <a:off x="8371429" y="3007607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23</a:t>
            </a:r>
          </a:p>
        </p:txBody>
      </p:sp>
      <p:sp>
        <p:nvSpPr>
          <p:cNvPr id="11288" name="AutoShape 24"/>
          <p:cNvSpPr>
            <a:spLocks noChangeArrowheads="1"/>
          </p:cNvSpPr>
          <p:nvPr/>
        </p:nvSpPr>
        <p:spPr bwMode="auto">
          <a:xfrm>
            <a:off x="8375639" y="3626319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24</a:t>
            </a:r>
          </a:p>
        </p:txBody>
      </p:sp>
      <p:sp>
        <p:nvSpPr>
          <p:cNvPr id="11294" name="AutoShape 3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5909893" y="4853533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295" name="AutoShape 3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6515527" y="5169212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296" name="AutoShape 32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7133269" y="4860385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297" name="AutoShape 3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7751011" y="5168669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298" name="AutoShape 3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8362441" y="4860385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04" name="AutoShape 4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5907046" y="1165702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05" name="AutoShape 4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6526618" y="1471923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06" name="AutoShape 42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7144059" y="1175485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07" name="AutoShape 4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8362441" y="1172072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08" name="AutoShape 4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7744084" y="1483504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09" name="AutoShape 45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5293336" y="2077820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10" name="AutoShape 46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5304339" y="4554385"/>
            <a:ext cx="813600" cy="612000"/>
          </a:xfrm>
          <a:prstGeom prst="hexagon">
            <a:avLst>
              <a:gd name="adj" fmla="val 33180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11" name="AutoShape 4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5285520" y="2698361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12" name="AutoShape 48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5290483" y="3317207"/>
            <a:ext cx="813600" cy="612000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14" name="AutoShape 50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5288689" y="1475090"/>
            <a:ext cx="813600" cy="612000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>
              <a:defRPr/>
            </a:pPr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15" name="AutoShape 51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977542" y="2707428"/>
            <a:ext cx="813600" cy="612000"/>
          </a:xfrm>
          <a:prstGeom prst="hexagon">
            <a:avLst>
              <a:gd name="adj" fmla="val 33180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16" name="AutoShape 52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980183" y="3324403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17" name="AutoShape 53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986693" y="3941934"/>
            <a:ext cx="813600" cy="612000"/>
          </a:xfrm>
          <a:prstGeom prst="hexagon">
            <a:avLst>
              <a:gd name="adj" fmla="val 33180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320" name="AutoShape 56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973520" y="2094872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7" name="AutoShape 8"/>
          <p:cNvSpPr>
            <a:spLocks noChangeArrowheads="1"/>
          </p:cNvSpPr>
          <p:nvPr/>
        </p:nvSpPr>
        <p:spPr bwMode="auto">
          <a:xfrm>
            <a:off x="5912245" y="4235162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13</a:t>
            </a:r>
          </a:p>
        </p:txBody>
      </p:sp>
      <p:sp>
        <p:nvSpPr>
          <p:cNvPr id="48" name="AutoShape 12"/>
          <p:cNvSpPr>
            <a:spLocks noChangeArrowheads="1"/>
          </p:cNvSpPr>
          <p:nvPr/>
        </p:nvSpPr>
        <p:spPr bwMode="auto">
          <a:xfrm>
            <a:off x="6521323" y="4547533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12</a:t>
            </a:r>
          </a:p>
        </p:txBody>
      </p:sp>
      <p:sp>
        <p:nvSpPr>
          <p:cNvPr id="49" name="AutoShape 16"/>
          <p:cNvSpPr>
            <a:spLocks noChangeArrowheads="1"/>
          </p:cNvSpPr>
          <p:nvPr/>
        </p:nvSpPr>
        <p:spPr bwMode="auto">
          <a:xfrm>
            <a:off x="7139351" y="4238210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10</a:t>
            </a:r>
          </a:p>
        </p:txBody>
      </p:sp>
      <p:sp>
        <p:nvSpPr>
          <p:cNvPr id="50" name="AutoShape 20"/>
          <p:cNvSpPr>
            <a:spLocks noChangeArrowheads="1"/>
          </p:cNvSpPr>
          <p:nvPr/>
        </p:nvSpPr>
        <p:spPr bwMode="auto">
          <a:xfrm>
            <a:off x="7751011" y="4549817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9</a:t>
            </a:r>
          </a:p>
        </p:txBody>
      </p:sp>
      <p:sp>
        <p:nvSpPr>
          <p:cNvPr id="51" name="AutoShape 24"/>
          <p:cNvSpPr>
            <a:spLocks noChangeArrowheads="1"/>
          </p:cNvSpPr>
          <p:nvPr/>
        </p:nvSpPr>
        <p:spPr bwMode="auto">
          <a:xfrm>
            <a:off x="8371429" y="4241533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25</a:t>
            </a:r>
          </a:p>
        </p:txBody>
      </p:sp>
      <p:sp>
        <p:nvSpPr>
          <p:cNvPr id="53" name="AutoShape 5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976320" y="1484784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5" name="AutoShape 5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5303491" y="3932396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5" name="AutoShape 16"/>
          <p:cNvSpPr>
            <a:spLocks noChangeArrowheads="1"/>
          </p:cNvSpPr>
          <p:nvPr/>
        </p:nvSpPr>
        <p:spPr bwMode="auto">
          <a:xfrm>
            <a:off x="7136320" y="3011105"/>
            <a:ext cx="813600" cy="612000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33455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2400" b="1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omestead Regular" panose="02000506020000020004" pitchFamily="2" charset="0"/>
              </a:rPr>
              <a:t>1</a:t>
            </a:r>
          </a:p>
        </p:txBody>
      </p:sp>
      <p:sp>
        <p:nvSpPr>
          <p:cNvPr id="11318" name="AutoShape 5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980183" y="4560232"/>
            <a:ext cx="813600" cy="612000"/>
          </a:xfrm>
          <a:prstGeom prst="hexagon">
            <a:avLst>
              <a:gd name="adj" fmla="val 33163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4" name="Oval 32"/>
          <p:cNvSpPr>
            <a:spLocks noChangeArrowheads="1"/>
          </p:cNvSpPr>
          <p:nvPr/>
        </p:nvSpPr>
        <p:spPr bwMode="auto">
          <a:xfrm>
            <a:off x="421645" y="4485847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DA564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9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mestead Regular" panose="02000506020000020004" pitchFamily="2" charset="77"/>
              </a:rPr>
              <a:t>1</a:t>
            </a:r>
          </a:p>
        </p:txBody>
      </p:sp>
      <p:sp>
        <p:nvSpPr>
          <p:cNvPr id="56" name="Oval 31"/>
          <p:cNvSpPr>
            <a:spLocks noChangeArrowheads="1"/>
          </p:cNvSpPr>
          <p:nvPr/>
        </p:nvSpPr>
        <p:spPr bwMode="auto">
          <a:xfrm>
            <a:off x="415714" y="4477179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DA564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9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mestead Regular" panose="02000506020000020004" pitchFamily="2" charset="77"/>
              </a:rPr>
              <a:t>2</a:t>
            </a:r>
          </a:p>
        </p:txBody>
      </p:sp>
      <p:sp>
        <p:nvSpPr>
          <p:cNvPr id="57" name="Oval 30"/>
          <p:cNvSpPr>
            <a:spLocks noChangeArrowheads="1"/>
          </p:cNvSpPr>
          <p:nvPr/>
        </p:nvSpPr>
        <p:spPr bwMode="auto">
          <a:xfrm>
            <a:off x="404947" y="4494515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DA564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96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mestead Regular" panose="02000506020000020004" pitchFamily="2" charset="77"/>
              </a:rPr>
              <a:t>3</a:t>
            </a:r>
          </a:p>
        </p:txBody>
      </p:sp>
      <p:sp>
        <p:nvSpPr>
          <p:cNvPr id="58" name="Oval 29"/>
          <p:cNvSpPr>
            <a:spLocks noChangeArrowheads="1"/>
          </p:cNvSpPr>
          <p:nvPr/>
        </p:nvSpPr>
        <p:spPr bwMode="auto">
          <a:xfrm>
            <a:off x="414314" y="4493848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DA564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9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mestead Regular" panose="02000506020000020004" pitchFamily="2" charset="77"/>
              </a:rPr>
              <a:t>4</a:t>
            </a:r>
          </a:p>
        </p:txBody>
      </p:sp>
      <p:sp>
        <p:nvSpPr>
          <p:cNvPr id="59" name="Oval 28"/>
          <p:cNvSpPr>
            <a:spLocks noChangeArrowheads="1"/>
          </p:cNvSpPr>
          <p:nvPr/>
        </p:nvSpPr>
        <p:spPr bwMode="auto">
          <a:xfrm>
            <a:off x="404946" y="4493847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DA564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9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mestead Regular" panose="02000506020000020004" pitchFamily="2" charset="77"/>
              </a:rPr>
              <a:t>5</a:t>
            </a:r>
          </a:p>
        </p:txBody>
      </p:sp>
      <p:sp>
        <p:nvSpPr>
          <p:cNvPr id="60" name="Oval 27"/>
          <p:cNvSpPr>
            <a:spLocks noChangeArrowheads="1"/>
          </p:cNvSpPr>
          <p:nvPr/>
        </p:nvSpPr>
        <p:spPr bwMode="auto">
          <a:xfrm>
            <a:off x="411456" y="4485847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2C7FB8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96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mestead Regular" panose="02000506020000020004" pitchFamily="2" charset="77"/>
              </a:rPr>
              <a:t>6</a:t>
            </a:r>
          </a:p>
        </p:txBody>
      </p:sp>
      <p:sp>
        <p:nvSpPr>
          <p:cNvPr id="61" name="Oval 26"/>
          <p:cNvSpPr>
            <a:spLocks noChangeArrowheads="1"/>
          </p:cNvSpPr>
          <p:nvPr/>
        </p:nvSpPr>
        <p:spPr bwMode="auto">
          <a:xfrm>
            <a:off x="421542" y="4485179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2C7FB8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9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mestead Regular" panose="02000506020000020004" pitchFamily="2" charset="77"/>
              </a:rPr>
              <a:t>7</a:t>
            </a:r>
          </a:p>
        </p:txBody>
      </p:sp>
      <p:sp>
        <p:nvSpPr>
          <p:cNvPr id="62" name="Oval 25"/>
          <p:cNvSpPr>
            <a:spLocks noChangeArrowheads="1"/>
          </p:cNvSpPr>
          <p:nvPr/>
        </p:nvSpPr>
        <p:spPr bwMode="auto">
          <a:xfrm>
            <a:off x="404094" y="4493179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2C7FB8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9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mestead Regular" panose="02000506020000020004" pitchFamily="2" charset="77"/>
              </a:rPr>
              <a:t>8</a:t>
            </a:r>
          </a:p>
        </p:txBody>
      </p:sp>
      <p:sp>
        <p:nvSpPr>
          <p:cNvPr id="63" name="Oval 24"/>
          <p:cNvSpPr>
            <a:spLocks noChangeArrowheads="1"/>
          </p:cNvSpPr>
          <p:nvPr/>
        </p:nvSpPr>
        <p:spPr bwMode="auto">
          <a:xfrm>
            <a:off x="426674" y="4491843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2C7FB8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9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mestead Regular" panose="02000506020000020004" pitchFamily="2" charset="77"/>
              </a:rPr>
              <a:t>9</a:t>
            </a:r>
          </a:p>
        </p:txBody>
      </p:sp>
      <p:sp>
        <p:nvSpPr>
          <p:cNvPr id="64" name="Oval 23"/>
          <p:cNvSpPr>
            <a:spLocks noChangeArrowheads="1"/>
          </p:cNvSpPr>
          <p:nvPr/>
        </p:nvSpPr>
        <p:spPr bwMode="auto">
          <a:xfrm>
            <a:off x="420142" y="4491842"/>
            <a:ext cx="2039497" cy="2039497"/>
          </a:xfrm>
          <a:prstGeom prst="ellipse">
            <a:avLst/>
          </a:prstGeom>
          <a:solidFill>
            <a:srgbClr val="2A323C"/>
          </a:solidFill>
          <a:ln w="28575">
            <a:solidFill>
              <a:srgbClr val="2C7FB8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GB" sz="9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Homestead Regular" panose="02000506020000020004" pitchFamily="2" charset="77"/>
              </a:rPr>
              <a:t>10</a:t>
            </a:r>
          </a:p>
        </p:txBody>
      </p:sp>
      <p:sp>
        <p:nvSpPr>
          <p:cNvPr id="122" name="AutoShape 50"/>
          <p:cNvSpPr>
            <a:spLocks noChangeArrowheads="1"/>
          </p:cNvSpPr>
          <p:nvPr/>
        </p:nvSpPr>
        <p:spPr bwMode="auto">
          <a:xfrm>
            <a:off x="309195" y="3789040"/>
            <a:ext cx="2244018" cy="543489"/>
          </a:xfrm>
          <a:prstGeom prst="rect">
            <a:avLst/>
          </a:prstGeom>
          <a:solidFill>
            <a:srgbClr val="2D3E4E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tx1">
                      <a:alpha val="40000"/>
                    </a:schemeClr>
                  </a:outerShdw>
                </a:effectLst>
                <a:latin typeface="Homestead Regular" panose="02000506020000020004" pitchFamily="2" charset="77"/>
              </a:rPr>
              <a:t>Time Remaining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CD9EF20-D626-E94D-9570-427C1EF78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371" y="188640"/>
            <a:ext cx="2202942" cy="1080120"/>
          </a:xfrm>
          <a:prstGeom prst="rect">
            <a:avLst/>
          </a:prstGeom>
        </p:spPr>
      </p:pic>
      <p:sp>
        <p:nvSpPr>
          <p:cNvPr id="67" name="AutoShape 40">
            <a:hlinkClick r:id="rId4" action="ppaction://hlinksldjump"/>
            <a:extLst>
              <a:ext uri="{FF2B5EF4-FFF2-40B4-BE49-F238E27FC236}">
                <a16:creationId xmlns:a16="http://schemas.microsoft.com/office/drawing/2014/main" id="{D491E6A2-B700-204B-AB90-927B6F25B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939" y="2865520"/>
            <a:ext cx="382070" cy="287398"/>
          </a:xfrm>
          <a:prstGeom prst="hexagon">
            <a:avLst>
              <a:gd name="adj" fmla="val 33231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8" name="AutoShape 50">
            <a:hlinkClick r:id="rId5" action="ppaction://hlinksldjump"/>
            <a:extLst>
              <a:ext uri="{FF2B5EF4-FFF2-40B4-BE49-F238E27FC236}">
                <a16:creationId xmlns:a16="http://schemas.microsoft.com/office/drawing/2014/main" id="{115B087B-4B06-1C40-9A7A-E68EFB4EC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45" y="2345329"/>
            <a:ext cx="394500" cy="296748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F74E3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/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>
              <a:defRPr/>
            </a:pPr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E37F7D-F8D7-F449-9AA3-9F32E3661986}"/>
              </a:ext>
            </a:extLst>
          </p:cNvPr>
          <p:cNvSpPr txBox="1"/>
          <p:nvPr/>
        </p:nvSpPr>
        <p:spPr>
          <a:xfrm>
            <a:off x="0" y="1425468"/>
            <a:ext cx="2721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OMESTEAD-INLINE" panose="02000506020000020004" pitchFamily="2" charset="77"/>
              </a:rPr>
              <a:t> MATCH #1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531D9CA-F2AE-114B-85D1-EF91C5F79334}"/>
              </a:ext>
            </a:extLst>
          </p:cNvPr>
          <p:cNvSpPr txBox="1"/>
          <p:nvPr/>
        </p:nvSpPr>
        <p:spPr>
          <a:xfrm>
            <a:off x="682488" y="2354581"/>
            <a:ext cx="2290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OMESTEAD-INLINE" panose="02000506020000020004" pitchFamily="2" charset="77"/>
              </a:rPr>
              <a:t>[team 1]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ED443C-5393-AC43-B301-B1DFFDA423D3}"/>
              </a:ext>
            </a:extLst>
          </p:cNvPr>
          <p:cNvSpPr txBox="1"/>
          <p:nvPr/>
        </p:nvSpPr>
        <p:spPr>
          <a:xfrm>
            <a:off x="664172" y="2865520"/>
            <a:ext cx="2290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OMESTEAD-INLINE" panose="02000506020000020004" pitchFamily="2" charset="77"/>
              </a:rPr>
              <a:t>[team 2]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0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chool Be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12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3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1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9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1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136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7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112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161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1"/>
                  </p:tgtEl>
                </p:cond>
              </p:nextCondLst>
            </p:seq>
            <p:seq concurrent="1" nextAc="seek">
              <p:cTn id="163" restart="whenNotActive" fill="hold" evtFilter="cancelBubble" nodeType="interactiveSeq">
                <p:stCondLst>
                  <p:cond evt="onClick" delay="0">
                    <p:tgtEl>
                      <p:spTgt spid="112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180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186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12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5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1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199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6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2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218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230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5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7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2"/>
                  </p:tgtEl>
                </p:cond>
              </p:nextCondLst>
            </p:seq>
            <p:seq concurrent="1" nextAc="seek">
              <p:cTn id="238" restart="whenNotActive" fill="hold" evtFilter="cancelBubble" nodeType="interactiveSeq">
                <p:stCondLst>
                  <p:cond evt="onClick" delay="0">
                    <p:tgtEl>
                      <p:spTgt spid="11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9" fill="hold">
                      <p:stCondLst>
                        <p:cond delay="0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243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249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255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261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2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8"/>
                  </p:tgtEl>
                </p:cond>
              </p:nextCondLst>
            </p:seq>
            <p:seq concurrent="1" nextAc="seek">
              <p:cTn id="263" restart="whenNotActive" fill="hold" evtFilter="cancelBubble" nodeType="interactiveSeq">
                <p:stCondLst>
                  <p:cond evt="onClick" delay="0">
                    <p:tgtEl>
                      <p:spTgt spid="11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4" fill="hold">
                      <p:stCondLst>
                        <p:cond delay="0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268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9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274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280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286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4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1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293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4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299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0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305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0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311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2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0"/>
                  </p:tgtEl>
                </p:cond>
              </p:nextCondLst>
            </p:seq>
            <p:seq concurrent="1" nextAc="seek">
              <p:cTn id="313" restart="whenNotActive" fill="hold" evtFilter="cancelBubble" nodeType="interactiveSeq">
                <p:stCondLst>
                  <p:cond evt="onClick" delay="0">
                    <p:tgtEl>
                      <p:spTgt spid="11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4" fill="hold">
                      <p:stCondLst>
                        <p:cond delay="0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318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9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324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330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1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336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1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1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349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355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361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5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36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37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38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38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388" restart="whenNotActive" fill="hold" evtFilter="cancelBubble" nodeType="interactiveSeq">
                <p:stCondLst>
                  <p:cond evt="onClick" delay="0">
                    <p:tgtEl>
                      <p:spTgt spid="11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9" fill="hold">
                      <p:stCondLst>
                        <p:cond delay="0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393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4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8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399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0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405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6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0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411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2" dur="500" fill="hold"/>
                                        <p:tgtEl>
                                          <p:spTgt spid="11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3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11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7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418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9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3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424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5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9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430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1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5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436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7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7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11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443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4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8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449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0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455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6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0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461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2" dur="500" fill="hold"/>
                                        <p:tgtEl>
                                          <p:spTgt spid="11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8"/>
                  </p:tgtEl>
                </p:cond>
              </p:nextCondLst>
            </p:seq>
            <p:seq concurrent="1" nextAc="seek">
              <p:cTn id="463" restart="whenNotActive" fill="hold" evtFilter="cancelBubble" nodeType="interactiveSeq">
                <p:stCondLst>
                  <p:cond evt="onClick" delay="0">
                    <p:tgtEl>
                      <p:spTgt spid="11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4" fill="hold">
                      <p:stCondLst>
                        <p:cond delay="0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468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474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5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480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1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indefinite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486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500" fill="hold"/>
                                        <p:tgtEl>
                                          <p:spTgt spid="11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1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493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4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499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505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6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511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0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12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7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518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9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3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524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5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indefinite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9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530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1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5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536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7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6"/>
                  </p:tgtEl>
                </p:cond>
              </p:nextCondLst>
            </p:seq>
            <p:seq concurrent="1" nextAc="seek">
              <p:cTn id="538" restart="whenNotActive" fill="hold" evtFilter="cancelBubble" nodeType="interactiveSeq">
                <p:stCondLst>
                  <p:cond evt="onClick" delay="0">
                    <p:tgtEl>
                      <p:spTgt spid="11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9" fill="hold">
                      <p:stCondLst>
                        <p:cond delay="0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2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543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4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fill="hold">
                      <p:stCondLst>
                        <p:cond delay="indefinite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549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0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555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6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0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561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2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72"/>
                  </p:tgtEl>
                </p:cond>
              </p:nextCondLst>
            </p:seq>
            <p:seq concurrent="1" nextAc="seek">
              <p:cTn id="563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56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indefinite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57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5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2" fill="hold">
                      <p:stCondLst>
                        <p:cond delay="indefinite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58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59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59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1" fill="hold">
                      <p:stCondLst>
                        <p:cond delay="indefinite"/>
                      </p:stCondLst>
                      <p:childTnLst>
                        <p:par>
                          <p:cTn id="602" fill="hold">
                            <p:stCondLst>
                              <p:cond delay="0"/>
                            </p:stCondLst>
                            <p:childTnLst>
                              <p:par>
                                <p:cTn id="6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60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6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613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4" fill="hold">
                      <p:stCondLst>
                        <p:cond delay="0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6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>
                      <p:stCondLst>
                        <p:cond delay="indefinite"/>
                      </p:stCondLst>
                      <p:childTnLst>
                        <p:par>
                          <p:cTn id="621" fill="hold">
                            <p:stCondLst>
                              <p:cond delay="0"/>
                            </p:stCondLst>
                            <p:childTnLst>
                              <p:par>
                                <p:cTn id="6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6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indefinite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6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indefinite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id="6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6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6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5" fill="hold">
                      <p:stCondLst>
                        <p:cond delay="indefinite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6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>
                      <p:stCondLst>
                        <p:cond delay="indefinite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6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indefinite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66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663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4" fill="hold">
                      <p:stCondLst>
                        <p:cond delay="0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id="6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9C46A"/>
                                      </p:to>
                                    </p:animClr>
                                    <p:set>
                                      <p:cBhvr>
                                        <p:cTn id="6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0" fill="hold">
                      <p:stCondLst>
                        <p:cond delay="indefinite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638"/>
                                      </p:to>
                                    </p:animClr>
                                    <p:set>
                                      <p:cBhvr>
                                        <p:cTn id="67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indefinite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C7FB8"/>
                                      </p:to>
                                    </p:animClr>
                                    <p:set>
                                      <p:cBhvr>
                                        <p:cTn id="6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2" fill="hold">
                      <p:stCondLst>
                        <p:cond delay="indefinite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4551"/>
                                      </p:to>
                                    </p:animClr>
                                    <p:set>
                                      <p:cBhvr>
                                        <p:cTn id="6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1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0"/>
          <p:cNvSpPr>
            <a:spLocks noChangeArrowheads="1"/>
          </p:cNvSpPr>
          <p:nvPr/>
        </p:nvSpPr>
        <p:spPr bwMode="auto">
          <a:xfrm>
            <a:off x="624412" y="175292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" name="AutoShape 50"/>
          <p:cNvSpPr>
            <a:spLocks noChangeArrowheads="1"/>
          </p:cNvSpPr>
          <p:nvPr/>
        </p:nvSpPr>
        <p:spPr bwMode="auto">
          <a:xfrm>
            <a:off x="3734649" y="188636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" name="AutoShape 50"/>
          <p:cNvSpPr>
            <a:spLocks noChangeArrowheads="1"/>
          </p:cNvSpPr>
          <p:nvPr/>
        </p:nvSpPr>
        <p:spPr bwMode="auto">
          <a:xfrm>
            <a:off x="5443308" y="201740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AutoShape 50"/>
          <p:cNvSpPr>
            <a:spLocks noChangeArrowheads="1"/>
          </p:cNvSpPr>
          <p:nvPr/>
        </p:nvSpPr>
        <p:spPr bwMode="auto">
          <a:xfrm>
            <a:off x="7206301" y="208397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" name="AutoShape 50"/>
          <p:cNvSpPr>
            <a:spLocks noChangeArrowheads="1"/>
          </p:cNvSpPr>
          <p:nvPr/>
        </p:nvSpPr>
        <p:spPr bwMode="auto">
          <a:xfrm>
            <a:off x="10531210" y="174766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9" name="AutoShape 50"/>
          <p:cNvSpPr>
            <a:spLocks noChangeArrowheads="1"/>
          </p:cNvSpPr>
          <p:nvPr/>
        </p:nvSpPr>
        <p:spPr bwMode="auto">
          <a:xfrm>
            <a:off x="624412" y="1543443"/>
            <a:ext cx="1195200" cy="907200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0" name="AutoShape 50"/>
          <p:cNvSpPr>
            <a:spLocks noChangeArrowheads="1"/>
          </p:cNvSpPr>
          <p:nvPr/>
        </p:nvSpPr>
        <p:spPr bwMode="auto">
          <a:xfrm>
            <a:off x="624412" y="2970216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1" name="AutoShape 50"/>
          <p:cNvSpPr>
            <a:spLocks noChangeArrowheads="1"/>
          </p:cNvSpPr>
          <p:nvPr/>
        </p:nvSpPr>
        <p:spPr bwMode="auto">
          <a:xfrm>
            <a:off x="624412" y="5713539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2" name="AutoShape 50"/>
          <p:cNvSpPr>
            <a:spLocks noChangeArrowheads="1"/>
          </p:cNvSpPr>
          <p:nvPr/>
        </p:nvSpPr>
        <p:spPr bwMode="auto">
          <a:xfrm>
            <a:off x="3734649" y="5721121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4" name="AutoShape 50"/>
          <p:cNvSpPr>
            <a:spLocks noChangeArrowheads="1"/>
          </p:cNvSpPr>
          <p:nvPr/>
        </p:nvSpPr>
        <p:spPr bwMode="auto">
          <a:xfrm>
            <a:off x="7206301" y="5665981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5" name="AutoShape 50"/>
          <p:cNvSpPr>
            <a:spLocks noChangeArrowheads="1"/>
          </p:cNvSpPr>
          <p:nvPr/>
        </p:nvSpPr>
        <p:spPr bwMode="auto">
          <a:xfrm>
            <a:off x="10531210" y="5713013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6" name="AutoShape 50"/>
          <p:cNvSpPr>
            <a:spLocks noChangeArrowheads="1"/>
          </p:cNvSpPr>
          <p:nvPr/>
        </p:nvSpPr>
        <p:spPr bwMode="auto">
          <a:xfrm>
            <a:off x="642099" y="4399422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" name="AutoShape 50"/>
          <p:cNvSpPr>
            <a:spLocks noChangeArrowheads="1"/>
          </p:cNvSpPr>
          <p:nvPr/>
        </p:nvSpPr>
        <p:spPr bwMode="auto">
          <a:xfrm>
            <a:off x="10519927" y="1527907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" name="AutoShape 50"/>
          <p:cNvSpPr>
            <a:spLocks noChangeArrowheads="1"/>
          </p:cNvSpPr>
          <p:nvPr/>
        </p:nvSpPr>
        <p:spPr bwMode="auto">
          <a:xfrm>
            <a:off x="10519927" y="2905028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2" name="AutoShape 50"/>
          <p:cNvSpPr>
            <a:spLocks noChangeArrowheads="1"/>
          </p:cNvSpPr>
          <p:nvPr/>
        </p:nvSpPr>
        <p:spPr bwMode="auto">
          <a:xfrm>
            <a:off x="10531210" y="4331273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43" name="Picture 42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7501" y="5782072"/>
            <a:ext cx="1468330" cy="718933"/>
          </a:xfrm>
          <a:prstGeom prst="rect">
            <a:avLst/>
          </a:prstGeom>
        </p:spPr>
      </p:pic>
      <p:sp>
        <p:nvSpPr>
          <p:cNvPr id="21" name="AutoShape 50">
            <a:extLst>
              <a:ext uri="{FF2B5EF4-FFF2-40B4-BE49-F238E27FC236}">
                <a16:creationId xmlns:a16="http://schemas.microsoft.com/office/drawing/2014/main" id="{FD104ACF-4756-4020-B305-064D2AD8E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0680" y="5689774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" name="AutoShape 50">
            <a:extLst>
              <a:ext uri="{FF2B5EF4-FFF2-40B4-BE49-F238E27FC236}">
                <a16:creationId xmlns:a16="http://schemas.microsoft.com/office/drawing/2014/main" id="{E63861E3-2232-4A2E-B1CF-AA380DE8B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294" y="174765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" name="AutoShape 50">
            <a:extLst>
              <a:ext uri="{FF2B5EF4-FFF2-40B4-BE49-F238E27FC236}">
                <a16:creationId xmlns:a16="http://schemas.microsoft.com/office/drawing/2014/main" id="{8E289710-EAA9-4CED-A2AE-F7F21D227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530" y="5765012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" name="AutoShape 50">
            <a:extLst>
              <a:ext uri="{FF2B5EF4-FFF2-40B4-BE49-F238E27FC236}">
                <a16:creationId xmlns:a16="http://schemas.microsoft.com/office/drawing/2014/main" id="{2F4724EB-3938-4F0F-9869-02019C7E5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530" y="174764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DA5646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0" h="0" prst="coolSlant"/>
          </a:sp3d>
        </p:spPr>
        <p:txBody>
          <a:bodyPr wrap="none" anchor="ctr">
            <a:sp3d extrusionH="57150">
              <a:bevelT w="38100" h="38100"/>
            </a:sp3d>
          </a:bodyPr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27BC49-306C-BB4D-9019-A25B146A51E4}"/>
              </a:ext>
            </a:extLst>
          </p:cNvPr>
          <p:cNvSpPr txBox="1">
            <a:spLocks/>
          </p:cNvSpPr>
          <p:nvPr/>
        </p:nvSpPr>
        <p:spPr>
          <a:xfrm>
            <a:off x="2063552" y="368460"/>
            <a:ext cx="8064896" cy="59766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8000" b="1" dirty="0">
                <a:ln w="22225">
                  <a:solidFill>
                    <a:srgbClr val="FFFFFF"/>
                  </a:solidFill>
                  <a:prstDash val="solid"/>
                </a:ln>
                <a:solidFill>
                  <a:srgbClr val="DA5646"/>
                </a:solidFill>
                <a:latin typeface="Homestead Regular" panose="02000506020000020004" pitchFamily="2" charset="0"/>
              </a:rPr>
              <a:t>[team 1] Wins!</a:t>
            </a:r>
          </a:p>
        </p:txBody>
      </p:sp>
    </p:spTree>
    <p:extLst>
      <p:ext uri="{BB962C8B-B14F-4D97-AF65-F5344CB8AC3E}">
        <p14:creationId xmlns:p14="http://schemas.microsoft.com/office/powerpoint/2010/main" val="172316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1" presetClass="entr" presetSubtype="1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5" animBg="1"/>
      <p:bldP spid="10" grpId="5" animBg="1"/>
      <p:bldP spid="11" grpId="5" animBg="1"/>
      <p:bldP spid="12" grpId="5" animBg="1"/>
      <p:bldP spid="16" grpId="5" animBg="1"/>
      <p:bldP spid="19" grpId="5" animBg="1"/>
      <p:bldP spid="20" grpId="5" animBg="1"/>
      <p:bldP spid="31" grpId="5" animBg="1"/>
      <p:bldP spid="32" grpId="5" animBg="1"/>
      <p:bldP spid="34" grpId="5" animBg="1"/>
      <p:bldP spid="35" grpId="5" animBg="1"/>
      <p:bldP spid="36" grpId="5" animBg="1"/>
      <p:bldP spid="40" grpId="5" animBg="1"/>
      <p:bldP spid="41" grpId="5" animBg="1"/>
      <p:bldP spid="42" grpId="5" animBg="1"/>
      <p:bldP spid="21" grpId="0" animBg="1"/>
      <p:bldP spid="22" grpId="0" animBg="1"/>
      <p:bldP spid="23" grpId="0" animBg="1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368460"/>
            <a:ext cx="8064896" cy="5976664"/>
          </a:xfrm>
        </p:spPr>
        <p:txBody>
          <a:bodyPr>
            <a:noAutofit/>
          </a:bodyPr>
          <a:lstStyle/>
          <a:p>
            <a:pPr algn="ctr"/>
            <a:r>
              <a:rPr lang="en-CA" sz="8000" b="1" dirty="0">
                <a:ln w="22225">
                  <a:solidFill>
                    <a:srgbClr val="FFFFFF"/>
                  </a:solidFill>
                  <a:prstDash val="solid"/>
                </a:ln>
                <a:solidFill>
                  <a:srgbClr val="2C7FB8"/>
                </a:solidFill>
                <a:latin typeface="Homestead Regular" panose="02000506020000020004" pitchFamily="2" charset="0"/>
              </a:rPr>
              <a:t>[team 2] Wins!</a:t>
            </a:r>
          </a:p>
        </p:txBody>
      </p:sp>
      <p:pic>
        <p:nvPicPr>
          <p:cNvPr id="4" name="Picture 3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7501" y="5782072"/>
            <a:ext cx="1468330" cy="718933"/>
          </a:xfrm>
          <a:prstGeom prst="rect">
            <a:avLst/>
          </a:prstGeom>
        </p:spPr>
      </p:pic>
      <p:sp>
        <p:nvSpPr>
          <p:cNvPr id="21" name="AutoShape 50">
            <a:extLst>
              <a:ext uri="{FF2B5EF4-FFF2-40B4-BE49-F238E27FC236}">
                <a16:creationId xmlns:a16="http://schemas.microsoft.com/office/drawing/2014/main" id="{122646DC-F405-4D66-B4B7-33037BDF1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12" y="175292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2" name="AutoShape 50">
            <a:extLst>
              <a:ext uri="{FF2B5EF4-FFF2-40B4-BE49-F238E27FC236}">
                <a16:creationId xmlns:a16="http://schemas.microsoft.com/office/drawing/2014/main" id="{7432A132-7E76-43BE-9E20-84BAF558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649" y="188636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" name="AutoShape 50">
            <a:extLst>
              <a:ext uri="{FF2B5EF4-FFF2-40B4-BE49-F238E27FC236}">
                <a16:creationId xmlns:a16="http://schemas.microsoft.com/office/drawing/2014/main" id="{A5B88029-B1BC-4E6C-BAD8-3AF6D5EC6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308" y="201740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4" name="AutoShape 50">
            <a:extLst>
              <a:ext uri="{FF2B5EF4-FFF2-40B4-BE49-F238E27FC236}">
                <a16:creationId xmlns:a16="http://schemas.microsoft.com/office/drawing/2014/main" id="{2C3A4D09-88BB-4F1B-AF5F-93C777074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6301" y="208397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5" name="AutoShape 50">
            <a:extLst>
              <a:ext uri="{FF2B5EF4-FFF2-40B4-BE49-F238E27FC236}">
                <a16:creationId xmlns:a16="http://schemas.microsoft.com/office/drawing/2014/main" id="{4E048F7A-6476-4471-8056-8E8D005CA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1210" y="174766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6" name="AutoShape 50">
            <a:extLst>
              <a:ext uri="{FF2B5EF4-FFF2-40B4-BE49-F238E27FC236}">
                <a16:creationId xmlns:a16="http://schemas.microsoft.com/office/drawing/2014/main" id="{AFA8005D-1FD7-4F1E-8686-CE7447C47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12" y="1543444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7" name="AutoShape 50">
            <a:extLst>
              <a:ext uri="{FF2B5EF4-FFF2-40B4-BE49-F238E27FC236}">
                <a16:creationId xmlns:a16="http://schemas.microsoft.com/office/drawing/2014/main" id="{365867BE-4532-4053-A5B2-DCE74FDB1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12" y="2970216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8" name="AutoShape 50">
            <a:extLst>
              <a:ext uri="{FF2B5EF4-FFF2-40B4-BE49-F238E27FC236}">
                <a16:creationId xmlns:a16="http://schemas.microsoft.com/office/drawing/2014/main" id="{0149A7B2-48AF-4A2A-A35F-F2166936A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12" y="5713539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9" name="AutoShape 50">
            <a:extLst>
              <a:ext uri="{FF2B5EF4-FFF2-40B4-BE49-F238E27FC236}">
                <a16:creationId xmlns:a16="http://schemas.microsoft.com/office/drawing/2014/main" id="{87E078B2-CCA3-4493-9907-A5675DA14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649" y="5721121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0" name="AutoShape 50">
            <a:extLst>
              <a:ext uri="{FF2B5EF4-FFF2-40B4-BE49-F238E27FC236}">
                <a16:creationId xmlns:a16="http://schemas.microsoft.com/office/drawing/2014/main" id="{D197FA70-ACBF-4FFF-9AC2-14EB7312F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6301" y="5665981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3" name="AutoShape 50">
            <a:extLst>
              <a:ext uri="{FF2B5EF4-FFF2-40B4-BE49-F238E27FC236}">
                <a16:creationId xmlns:a16="http://schemas.microsoft.com/office/drawing/2014/main" id="{DDF7E4D8-64E3-4EEF-9313-666AEE605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1210" y="5713013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7" name="AutoShape 50">
            <a:extLst>
              <a:ext uri="{FF2B5EF4-FFF2-40B4-BE49-F238E27FC236}">
                <a16:creationId xmlns:a16="http://schemas.microsoft.com/office/drawing/2014/main" id="{BDADBBA4-E516-4578-BE54-4A4872863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099" y="4399422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" name="AutoShape 50">
            <a:extLst>
              <a:ext uri="{FF2B5EF4-FFF2-40B4-BE49-F238E27FC236}">
                <a16:creationId xmlns:a16="http://schemas.microsoft.com/office/drawing/2014/main" id="{9C22AF8C-8B67-4469-91FE-022A50E6A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9927" y="1527907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9" name="AutoShape 50">
            <a:extLst>
              <a:ext uri="{FF2B5EF4-FFF2-40B4-BE49-F238E27FC236}">
                <a16:creationId xmlns:a16="http://schemas.microsoft.com/office/drawing/2014/main" id="{E97E4F40-4F34-4169-BFDF-D9D28956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9927" y="2905028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3" name="AutoShape 50">
            <a:extLst>
              <a:ext uri="{FF2B5EF4-FFF2-40B4-BE49-F238E27FC236}">
                <a16:creationId xmlns:a16="http://schemas.microsoft.com/office/drawing/2014/main" id="{5EFD3274-9D92-4881-953B-702671F06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1210" y="4331273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4" name="AutoShape 50">
            <a:extLst>
              <a:ext uri="{FF2B5EF4-FFF2-40B4-BE49-F238E27FC236}">
                <a16:creationId xmlns:a16="http://schemas.microsoft.com/office/drawing/2014/main" id="{49004DC1-04ED-43EE-B136-86C633069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0680" y="5689774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5" name="AutoShape 50">
            <a:extLst>
              <a:ext uri="{FF2B5EF4-FFF2-40B4-BE49-F238E27FC236}">
                <a16:creationId xmlns:a16="http://schemas.microsoft.com/office/drawing/2014/main" id="{C3544BF8-C126-4082-A240-DED0EC128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294" y="174765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6" name="AutoShape 50">
            <a:extLst>
              <a:ext uri="{FF2B5EF4-FFF2-40B4-BE49-F238E27FC236}">
                <a16:creationId xmlns:a16="http://schemas.microsoft.com/office/drawing/2014/main" id="{A35006A3-9BFD-4FA5-8229-5CD3C31D6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530" y="5765012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7" name="AutoShape 50">
            <a:extLst>
              <a:ext uri="{FF2B5EF4-FFF2-40B4-BE49-F238E27FC236}">
                <a16:creationId xmlns:a16="http://schemas.microsoft.com/office/drawing/2014/main" id="{4D57FD15-9243-4BCD-BB7A-DF4DD3A73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530" y="174764"/>
            <a:ext cx="1196716" cy="903529"/>
          </a:xfrm>
          <a:prstGeom prst="hexagon">
            <a:avLst>
              <a:gd name="adj" fmla="val 33112"/>
              <a:gd name="vf" fmla="val 115470"/>
            </a:avLst>
          </a:prstGeom>
          <a:solidFill>
            <a:srgbClr val="2C7FB8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6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03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7" grpId="0" animBg="1"/>
      <p:bldP spid="38" grpId="0" animBg="1"/>
      <p:bldP spid="39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5727</TotalTime>
  <Words>123</Words>
  <Application>Microsoft Macintosh PowerPoint</Application>
  <PresentationFormat>Widescreen</PresentationFormat>
  <Paragraphs>49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Homestead Regular</vt:lpstr>
      <vt:lpstr>Homestead-Inline</vt:lpstr>
      <vt:lpstr>Homestead-Inline</vt:lpstr>
      <vt:lpstr>Office Theme</vt:lpstr>
      <vt:lpstr>PowerPoint Presentation</vt:lpstr>
      <vt:lpstr>PowerPoint Presentation</vt:lpstr>
      <vt:lpstr>PowerPoint Presentation</vt:lpstr>
      <vt:lpstr>[team 2] Wins!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1</dc:title>
  <dc:creator>Peter Merrick</dc:creator>
  <cp:lastModifiedBy>Muhammad Wazir</cp:lastModifiedBy>
  <cp:revision>129</cp:revision>
  <dcterms:created xsi:type="dcterms:W3CDTF">2005-05-10T12:04:06Z</dcterms:created>
  <dcterms:modified xsi:type="dcterms:W3CDTF">2026-03-27T14:40:04Z</dcterms:modified>
</cp:coreProperties>
</file>